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857500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4" name="Text 1"/>
          <p:cNvSpPr/>
          <p:nvPr/>
        </p:nvSpPr>
        <p:spPr>
          <a:xfrm>
            <a:off x="2169914" y="982991"/>
            <a:ext cx="4804172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Status Unification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Dual Source Systems</a:t>
            </a:r>
            <a:endParaRPr lang="en-US" sz="2649" dirty="0"/>
          </a:p>
        </p:txBody>
      </p:sp>
      <p:sp>
        <p:nvSpPr>
          <p:cNvPr id="5" name="Shape 2"/>
          <p:cNvSpPr/>
          <p:nvPr/>
        </p:nvSpPr>
        <p:spPr>
          <a:xfrm>
            <a:off x="0" y="2500313"/>
            <a:ext cx="9144000" cy="714375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6" name="Text 3"/>
          <p:cNvSpPr/>
          <p:nvPr/>
        </p:nvSpPr>
        <p:spPr>
          <a:xfrm>
            <a:off x="1886843" y="3600450"/>
            <a:ext cx="5370314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77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Timestamp-Based Merge Logic for Transaction Status Resolution</a:t>
            </a:r>
            <a:endParaRPr lang="en-US" sz="1377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361" y="4038005"/>
            <a:ext cx="10715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30673" y="4033540"/>
            <a:ext cx="116443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A (High Freq)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261" y="4030861"/>
            <a:ext cx="139303" cy="15716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720" y="4038005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98752" y="4033540"/>
            <a:ext cx="113585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B (Low Freq)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764" y="4038005"/>
            <a:ext cx="125016" cy="14287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936" y="4030861"/>
            <a:ext cx="157163" cy="15716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038255" y="4033540"/>
            <a:ext cx="78938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Status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6768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48333"/>
            <a:ext cx="828675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Dual Source Architecture Overview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673298"/>
            <a:ext cx="82867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High-Frequency and Low-Frequency Stream Unification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474291"/>
            <a:ext cx="2143125" cy="1428750"/>
          </a:xfrm>
          <a:prstGeom prst="rect">
            <a:avLst/>
          </a:prstGeom>
          <a:solidFill>
            <a:srgbClr val="F9F9F9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4375" y="1631454"/>
            <a:ext cx="285750" cy="28575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30" y="1710035"/>
            <a:ext cx="96441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1563" y="1698427"/>
            <a:ext cx="120372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A (High Freq)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714375" y="2024360"/>
            <a:ext cx="928688" cy="176808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Tran_ID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1643063" y="2024360"/>
            <a:ext cx="928688" cy="176808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PK</a:t>
            </a:r>
            <a:endParaRPr lang="en-US" sz="621" dirty="0"/>
          </a:p>
        </p:txBody>
      </p:sp>
      <p:sp>
        <p:nvSpPr>
          <p:cNvPr id="13" name="Text 9"/>
          <p:cNvSpPr/>
          <p:nvPr/>
        </p:nvSpPr>
        <p:spPr>
          <a:xfrm>
            <a:off x="714375" y="2201168"/>
            <a:ext cx="928688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Status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1643063" y="2201168"/>
            <a:ext cx="928688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Rapid Updates</a:t>
            </a:r>
            <a:endParaRPr lang="en-US" sz="621" dirty="0"/>
          </a:p>
        </p:txBody>
      </p:sp>
      <p:sp>
        <p:nvSpPr>
          <p:cNvPr id="15" name="Text 11"/>
          <p:cNvSpPr/>
          <p:nvPr/>
        </p:nvSpPr>
        <p:spPr>
          <a:xfrm>
            <a:off x="714375" y="2381548"/>
            <a:ext cx="928688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Sub_Status</a:t>
            </a:r>
            <a:endParaRPr lang="en-US" sz="584" dirty="0"/>
          </a:p>
        </p:txBody>
      </p:sp>
      <p:sp>
        <p:nvSpPr>
          <p:cNvPr id="16" name="Text 12"/>
          <p:cNvSpPr/>
          <p:nvPr/>
        </p:nvSpPr>
        <p:spPr>
          <a:xfrm>
            <a:off x="1643063" y="2381548"/>
            <a:ext cx="928688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Detail</a:t>
            </a:r>
            <a:endParaRPr lang="en-US" sz="621" dirty="0"/>
          </a:p>
        </p:txBody>
      </p:sp>
      <p:sp>
        <p:nvSpPr>
          <p:cNvPr id="17" name="Shape 13"/>
          <p:cNvSpPr/>
          <p:nvPr/>
        </p:nvSpPr>
        <p:spPr>
          <a:xfrm>
            <a:off x="714375" y="2561927"/>
            <a:ext cx="928688" cy="1803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8" name="Shape 14"/>
          <p:cNvSpPr/>
          <p:nvPr/>
        </p:nvSpPr>
        <p:spPr>
          <a:xfrm>
            <a:off x="714375" y="2735163"/>
            <a:ext cx="928688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5"/>
          <p:cNvSpPr/>
          <p:nvPr/>
        </p:nvSpPr>
        <p:spPr>
          <a:xfrm>
            <a:off x="714375" y="2561927"/>
            <a:ext cx="928688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Tran_ent_date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1643063" y="2561927"/>
            <a:ext cx="928688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Timestamp</a:t>
            </a:r>
            <a:endParaRPr lang="en-US" sz="621" dirty="0"/>
          </a:p>
        </p:txBody>
      </p:sp>
      <p:sp>
        <p:nvSpPr>
          <p:cNvPr id="21" name="Shape 17"/>
          <p:cNvSpPr/>
          <p:nvPr/>
        </p:nvSpPr>
        <p:spPr>
          <a:xfrm>
            <a:off x="571500" y="3174504"/>
            <a:ext cx="2143125" cy="1428750"/>
          </a:xfrm>
          <a:prstGeom prst="rect">
            <a:avLst/>
          </a:prstGeom>
          <a:solidFill>
            <a:srgbClr val="F9F9F9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4375" y="3331666"/>
            <a:ext cx="285750" cy="28575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6" y="3410248"/>
            <a:ext cx="128588" cy="128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71563" y="3398639"/>
            <a:ext cx="116800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B (Low Freq)</a:t>
            </a:r>
            <a:endParaRPr lang="en-US" sz="885" dirty="0"/>
          </a:p>
        </p:txBody>
      </p:sp>
      <p:sp>
        <p:nvSpPr>
          <p:cNvPr id="25" name="Text 20"/>
          <p:cNvSpPr/>
          <p:nvPr/>
        </p:nvSpPr>
        <p:spPr>
          <a:xfrm>
            <a:off x="714375" y="3724573"/>
            <a:ext cx="962788" cy="176808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Tran_ID</a:t>
            </a:r>
            <a:endParaRPr lang="en-US" sz="584" dirty="0"/>
          </a:p>
        </p:txBody>
      </p:sp>
      <p:sp>
        <p:nvSpPr>
          <p:cNvPr id="26" name="Text 21"/>
          <p:cNvSpPr/>
          <p:nvPr/>
        </p:nvSpPr>
        <p:spPr>
          <a:xfrm>
            <a:off x="1677163" y="3724573"/>
            <a:ext cx="894587" cy="176808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PK</a:t>
            </a:r>
            <a:endParaRPr lang="en-US" sz="621" dirty="0"/>
          </a:p>
        </p:txBody>
      </p:sp>
      <p:sp>
        <p:nvSpPr>
          <p:cNvPr id="27" name="Text 22"/>
          <p:cNvSpPr/>
          <p:nvPr/>
        </p:nvSpPr>
        <p:spPr>
          <a:xfrm>
            <a:off x="714375" y="3901380"/>
            <a:ext cx="962788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Status</a:t>
            </a:r>
            <a:endParaRPr lang="en-US" sz="584" dirty="0"/>
          </a:p>
        </p:txBody>
      </p:sp>
      <p:sp>
        <p:nvSpPr>
          <p:cNvPr id="28" name="Text 23"/>
          <p:cNvSpPr/>
          <p:nvPr/>
        </p:nvSpPr>
        <p:spPr>
          <a:xfrm>
            <a:off x="1677163" y="3901380"/>
            <a:ext cx="894587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Slow Updates</a:t>
            </a:r>
            <a:endParaRPr lang="en-US" sz="621" dirty="0"/>
          </a:p>
        </p:txBody>
      </p:sp>
      <p:sp>
        <p:nvSpPr>
          <p:cNvPr id="29" name="Text 24"/>
          <p:cNvSpPr/>
          <p:nvPr/>
        </p:nvSpPr>
        <p:spPr>
          <a:xfrm>
            <a:off x="714375" y="4081760"/>
            <a:ext cx="962788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Sub_Status</a:t>
            </a:r>
            <a:endParaRPr lang="en-US" sz="584" dirty="0"/>
          </a:p>
        </p:txBody>
      </p:sp>
      <p:sp>
        <p:nvSpPr>
          <p:cNvPr id="30" name="Text 25"/>
          <p:cNvSpPr/>
          <p:nvPr/>
        </p:nvSpPr>
        <p:spPr>
          <a:xfrm>
            <a:off x="1677163" y="4081760"/>
            <a:ext cx="894587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Detail</a:t>
            </a:r>
            <a:endParaRPr lang="en-US" sz="621" dirty="0"/>
          </a:p>
        </p:txBody>
      </p:sp>
      <p:sp>
        <p:nvSpPr>
          <p:cNvPr id="31" name="Shape 26"/>
          <p:cNvSpPr/>
          <p:nvPr/>
        </p:nvSpPr>
        <p:spPr>
          <a:xfrm>
            <a:off x="714375" y="4262140"/>
            <a:ext cx="962788" cy="1803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2" name="Shape 27"/>
          <p:cNvSpPr/>
          <p:nvPr/>
        </p:nvSpPr>
        <p:spPr>
          <a:xfrm>
            <a:off x="714375" y="4435376"/>
            <a:ext cx="962788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28"/>
          <p:cNvSpPr/>
          <p:nvPr/>
        </p:nvSpPr>
        <p:spPr>
          <a:xfrm>
            <a:off x="714375" y="4262140"/>
            <a:ext cx="962788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Tran_ent_date</a:t>
            </a:r>
            <a:endParaRPr lang="en-US" sz="584" dirty="0"/>
          </a:p>
        </p:txBody>
      </p:sp>
      <p:sp>
        <p:nvSpPr>
          <p:cNvPr id="34" name="Text 29"/>
          <p:cNvSpPr/>
          <p:nvPr/>
        </p:nvSpPr>
        <p:spPr>
          <a:xfrm>
            <a:off x="1677163" y="4262140"/>
            <a:ext cx="894587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Timestamp</a:t>
            </a:r>
            <a:endParaRPr lang="en-US" sz="621" dirty="0"/>
          </a:p>
        </p:txBody>
      </p:sp>
      <p:sp>
        <p:nvSpPr>
          <p:cNvPr id="35" name="Shape 30"/>
          <p:cNvSpPr/>
          <p:nvPr/>
        </p:nvSpPr>
        <p:spPr>
          <a:xfrm rot="900000">
            <a:off x="2692717" y="2472050"/>
            <a:ext cx="1285875" cy="2857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6" name="Shape 31"/>
          <p:cNvSpPr/>
          <p:nvPr/>
        </p:nvSpPr>
        <p:spPr>
          <a:xfrm rot="-900000">
            <a:off x="2692717" y="3591208"/>
            <a:ext cx="1285875" cy="2857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7" name="Shape 32"/>
          <p:cNvSpPr/>
          <p:nvPr/>
        </p:nvSpPr>
        <p:spPr>
          <a:xfrm>
            <a:off x="6143625" y="3045916"/>
            <a:ext cx="1000125" cy="28575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8" name="Shape 33"/>
          <p:cNvSpPr/>
          <p:nvPr/>
        </p:nvSpPr>
        <p:spPr>
          <a:xfrm>
            <a:off x="3571875" y="1974354"/>
            <a:ext cx="2143125" cy="2143125"/>
          </a:xfrm>
          <a:prstGeom prst="ellipse">
            <a:avLst/>
          </a:prstGeom>
          <a:solidFill>
            <a:srgbClr val="002F5D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2427982"/>
            <a:ext cx="428625" cy="3429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156770" y="2878038"/>
            <a:ext cx="973336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Merge Engine</a:t>
            </a:r>
            <a:endParaRPr lang="en-US" sz="1090" dirty="0"/>
          </a:p>
        </p:txBody>
      </p:sp>
      <p:sp>
        <p:nvSpPr>
          <p:cNvPr id="41" name="Text 35"/>
          <p:cNvSpPr/>
          <p:nvPr/>
        </p:nvSpPr>
        <p:spPr>
          <a:xfrm>
            <a:off x="3929063" y="3133427"/>
            <a:ext cx="14287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Timestamp Resolution</a:t>
            </a:r>
            <a:endParaRPr lang="en-US" sz="727" dirty="0"/>
          </a:p>
        </p:txBody>
      </p:sp>
      <p:sp>
        <p:nvSpPr>
          <p:cNvPr id="42" name="Shape 36"/>
          <p:cNvSpPr/>
          <p:nvPr/>
        </p:nvSpPr>
        <p:spPr>
          <a:xfrm>
            <a:off x="4109079" y="3476327"/>
            <a:ext cx="1068716" cy="187523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43" name="Text 37"/>
          <p:cNvSpPr/>
          <p:nvPr/>
        </p:nvSpPr>
        <p:spPr>
          <a:xfrm>
            <a:off x="4109079" y="3476327"/>
            <a:ext cx="1068716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MAX(Tran_ent_date)</a:t>
            </a:r>
            <a:endParaRPr lang="en-US" sz="621" dirty="0"/>
          </a:p>
        </p:txBody>
      </p:sp>
      <p:sp>
        <p:nvSpPr>
          <p:cNvPr id="44" name="Shape 38"/>
          <p:cNvSpPr/>
          <p:nvPr/>
        </p:nvSpPr>
        <p:spPr>
          <a:xfrm>
            <a:off x="6572250" y="2303859"/>
            <a:ext cx="2000250" cy="1484114"/>
          </a:xfrm>
          <a:prstGeom prst="rect">
            <a:avLst/>
          </a:prstGeom>
          <a:solidFill>
            <a:srgbClr val="E8F5E9"/>
          </a:solidFill>
          <a:ln w="18288">
            <a:solidFill>
              <a:srgbClr val="2E7D32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2472630"/>
            <a:ext cx="128588" cy="12858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915150" y="2461022"/>
            <a:ext cx="83403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Output</a:t>
            </a:r>
            <a:endParaRPr lang="en-US" sz="885" dirty="0"/>
          </a:p>
        </p:txBody>
      </p:sp>
      <p:sp>
        <p:nvSpPr>
          <p:cNvPr id="47" name="Text 40"/>
          <p:cNvSpPr/>
          <p:nvPr/>
        </p:nvSpPr>
        <p:spPr>
          <a:xfrm>
            <a:off x="6715125" y="2719983"/>
            <a:ext cx="17145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Truth Record</a:t>
            </a:r>
            <a:endParaRPr lang="en-US" sz="727" dirty="0"/>
          </a:p>
        </p:txBody>
      </p:sp>
      <p:sp>
        <p:nvSpPr>
          <p:cNvPr id="48" name="Text 41"/>
          <p:cNvSpPr/>
          <p:nvPr/>
        </p:nvSpPr>
        <p:spPr>
          <a:xfrm>
            <a:off x="6715125" y="2909292"/>
            <a:ext cx="897657" cy="176808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Tran_ID</a:t>
            </a:r>
            <a:endParaRPr lang="en-US" sz="584" dirty="0"/>
          </a:p>
        </p:txBody>
      </p:sp>
      <p:sp>
        <p:nvSpPr>
          <p:cNvPr id="49" name="Text 42"/>
          <p:cNvSpPr/>
          <p:nvPr/>
        </p:nvSpPr>
        <p:spPr>
          <a:xfrm>
            <a:off x="7612782" y="2909292"/>
            <a:ext cx="816843" cy="176808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1001</a:t>
            </a:r>
            <a:endParaRPr lang="en-US" sz="621" dirty="0"/>
          </a:p>
        </p:txBody>
      </p:sp>
      <p:sp>
        <p:nvSpPr>
          <p:cNvPr id="50" name="Text 43"/>
          <p:cNvSpPr/>
          <p:nvPr/>
        </p:nvSpPr>
        <p:spPr>
          <a:xfrm>
            <a:off x="6715125" y="3086100"/>
            <a:ext cx="897657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Status</a:t>
            </a:r>
            <a:endParaRPr lang="en-US" sz="584" dirty="0"/>
          </a:p>
        </p:txBody>
      </p:sp>
      <p:sp>
        <p:nvSpPr>
          <p:cNvPr id="51" name="Text 44"/>
          <p:cNvSpPr/>
          <p:nvPr/>
        </p:nvSpPr>
        <p:spPr>
          <a:xfrm>
            <a:off x="7612782" y="3086100"/>
            <a:ext cx="816843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COMPLETED</a:t>
            </a:r>
            <a:endParaRPr lang="en-US" sz="621" dirty="0"/>
          </a:p>
        </p:txBody>
      </p:sp>
      <p:sp>
        <p:nvSpPr>
          <p:cNvPr id="52" name="Text 45"/>
          <p:cNvSpPr/>
          <p:nvPr/>
        </p:nvSpPr>
        <p:spPr>
          <a:xfrm>
            <a:off x="6715125" y="3266480"/>
            <a:ext cx="897657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Sub_Status</a:t>
            </a:r>
            <a:endParaRPr lang="en-US" sz="584" dirty="0"/>
          </a:p>
        </p:txBody>
      </p:sp>
      <p:sp>
        <p:nvSpPr>
          <p:cNvPr id="53" name="Text 46"/>
          <p:cNvSpPr/>
          <p:nvPr/>
        </p:nvSpPr>
        <p:spPr>
          <a:xfrm>
            <a:off x="7612782" y="3266480"/>
            <a:ext cx="816843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VERIFIED</a:t>
            </a:r>
            <a:endParaRPr lang="en-US" sz="621" dirty="0"/>
          </a:p>
        </p:txBody>
      </p:sp>
      <p:sp>
        <p:nvSpPr>
          <p:cNvPr id="54" name="Text 47"/>
          <p:cNvSpPr/>
          <p:nvPr/>
        </p:nvSpPr>
        <p:spPr>
          <a:xfrm>
            <a:off x="6715125" y="3446859"/>
            <a:ext cx="897657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32F2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Source</a:t>
            </a:r>
            <a:endParaRPr lang="en-US" sz="584" dirty="0"/>
          </a:p>
        </p:txBody>
      </p:sp>
      <p:sp>
        <p:nvSpPr>
          <p:cNvPr id="55" name="Text 48"/>
          <p:cNvSpPr/>
          <p:nvPr/>
        </p:nvSpPr>
        <p:spPr>
          <a:xfrm>
            <a:off x="7612782" y="3446859"/>
            <a:ext cx="816843" cy="18038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Source A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6411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12614"/>
            <a:ext cx="828675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Timestamp-Based Merge Logic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673298"/>
            <a:ext cx="82867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Conflict Resolution Strategy for Unified Status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126927"/>
            <a:ext cx="8286750" cy="3482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126927"/>
            <a:ext cx="35719" cy="348258"/>
          </a:xfrm>
          <a:prstGeom prst="rect">
            <a:avLst/>
          </a:prstGeom>
          <a:solidFill>
            <a:srgbClr val="0072C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243905"/>
            <a:ext cx="114300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7238" y="1234083"/>
            <a:ext cx="539531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Transaction #1001 receives updates from both systems. Logic must determine the current truth.</a:t>
            </a:r>
            <a:endParaRPr lang="en-US" sz="784" dirty="0"/>
          </a:p>
        </p:txBody>
      </p:sp>
      <p:sp>
        <p:nvSpPr>
          <p:cNvPr id="11" name="Shape 7"/>
          <p:cNvSpPr/>
          <p:nvPr/>
        </p:nvSpPr>
        <p:spPr>
          <a:xfrm>
            <a:off x="428625" y="1760934"/>
            <a:ext cx="2500313" cy="1398389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32447" y="1696641"/>
            <a:ext cx="567928" cy="173236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884" y="1737717"/>
            <a:ext cx="96441" cy="857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00325" y="1732359"/>
            <a:ext cx="328613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LATEST</a:t>
            </a:r>
            <a:endParaRPr lang="en-US" sz="584" dirty="0"/>
          </a:p>
        </p:txBody>
      </p:sp>
      <p:sp>
        <p:nvSpPr>
          <p:cNvPr id="15" name="Shape 10"/>
          <p:cNvSpPr/>
          <p:nvPr/>
        </p:nvSpPr>
        <p:spPr>
          <a:xfrm>
            <a:off x="428625" y="1768078"/>
            <a:ext cx="2500313" cy="276820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16" name="Text 11"/>
          <p:cNvSpPr/>
          <p:nvPr/>
        </p:nvSpPr>
        <p:spPr>
          <a:xfrm>
            <a:off x="535781" y="1839516"/>
            <a:ext cx="75902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A Input</a:t>
            </a:r>
            <a:endParaRPr lang="en-US" sz="784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056" y="1849338"/>
            <a:ext cx="85725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5781" y="2152055"/>
            <a:ext cx="33397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Tran_ID</a:t>
            </a:r>
            <a:endParaRPr lang="en-US" sz="727" dirty="0"/>
          </a:p>
        </p:txBody>
      </p:sp>
      <p:sp>
        <p:nvSpPr>
          <p:cNvPr id="19" name="Text 13"/>
          <p:cNvSpPr/>
          <p:nvPr/>
        </p:nvSpPr>
        <p:spPr>
          <a:xfrm>
            <a:off x="2593181" y="2152055"/>
            <a:ext cx="2286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1001</a:t>
            </a:r>
            <a:endParaRPr lang="en-US" sz="683" dirty="0"/>
          </a:p>
        </p:txBody>
      </p:sp>
      <p:sp>
        <p:nvSpPr>
          <p:cNvPr id="20" name="Text 14"/>
          <p:cNvSpPr/>
          <p:nvPr/>
        </p:nvSpPr>
        <p:spPr>
          <a:xfrm>
            <a:off x="535781" y="2362795"/>
            <a:ext cx="28396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727" dirty="0"/>
          </a:p>
        </p:txBody>
      </p:sp>
      <p:sp>
        <p:nvSpPr>
          <p:cNvPr id="21" name="Text 15"/>
          <p:cNvSpPr/>
          <p:nvPr/>
        </p:nvSpPr>
        <p:spPr>
          <a:xfrm>
            <a:off x="2305645" y="2362795"/>
            <a:ext cx="51613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</a:t>
            </a:r>
            <a:endParaRPr lang="en-US" sz="683" dirty="0"/>
          </a:p>
        </p:txBody>
      </p:sp>
      <p:sp>
        <p:nvSpPr>
          <p:cNvPr id="22" name="Text 16"/>
          <p:cNvSpPr/>
          <p:nvPr/>
        </p:nvSpPr>
        <p:spPr>
          <a:xfrm>
            <a:off x="535781" y="2573536"/>
            <a:ext cx="49827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Sub_Status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2139553" y="2573536"/>
            <a:ext cx="68222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FINAL_REVIEW</a:t>
            </a:r>
            <a:endParaRPr lang="en-US" sz="683" dirty="0"/>
          </a:p>
        </p:txBody>
      </p:sp>
      <p:sp>
        <p:nvSpPr>
          <p:cNvPr id="24" name="Shape 18"/>
          <p:cNvSpPr/>
          <p:nvPr/>
        </p:nvSpPr>
        <p:spPr>
          <a:xfrm>
            <a:off x="535781" y="2784277"/>
            <a:ext cx="2286000" cy="203597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5" name="Shape 19"/>
          <p:cNvSpPr/>
          <p:nvPr/>
        </p:nvSpPr>
        <p:spPr>
          <a:xfrm>
            <a:off x="535781" y="2980730"/>
            <a:ext cx="228600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Text 20"/>
          <p:cNvSpPr/>
          <p:nvPr/>
        </p:nvSpPr>
        <p:spPr>
          <a:xfrm>
            <a:off x="571500" y="2823567"/>
            <a:ext cx="78938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Tran_ent_date</a:t>
            </a:r>
            <a:endParaRPr lang="en-US" sz="683" dirty="0"/>
          </a:p>
        </p:txBody>
      </p:sp>
      <p:sp>
        <p:nvSpPr>
          <p:cNvPr id="27" name="Text 21"/>
          <p:cNvSpPr/>
          <p:nvPr/>
        </p:nvSpPr>
        <p:spPr>
          <a:xfrm>
            <a:off x="2057400" y="2823567"/>
            <a:ext cx="72866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10:15:00.500</a:t>
            </a:r>
            <a:endParaRPr lang="en-US" sz="683" dirty="0"/>
          </a:p>
        </p:txBody>
      </p:sp>
      <p:sp>
        <p:nvSpPr>
          <p:cNvPr id="28" name="Shape 22"/>
          <p:cNvSpPr/>
          <p:nvPr/>
        </p:nvSpPr>
        <p:spPr>
          <a:xfrm>
            <a:off x="4286250" y="2174379"/>
            <a:ext cx="571500" cy="5715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2F5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275" y="2345829"/>
            <a:ext cx="171450" cy="2286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6215063" y="1760934"/>
            <a:ext cx="2500313" cy="1398389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CCCCCC">
                <a:alpha val="7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15063" y="1760934"/>
            <a:ext cx="2500313" cy="2768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2" name="Text 25"/>
          <p:cNvSpPr/>
          <p:nvPr/>
        </p:nvSpPr>
        <p:spPr>
          <a:xfrm>
            <a:off x="6322219" y="1832372"/>
            <a:ext cx="75545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B Input</a:t>
            </a:r>
            <a:endParaRPr lang="en-US" sz="784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919" y="1842195"/>
            <a:ext cx="114300" cy="1143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322219" y="2144911"/>
            <a:ext cx="33397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Tran_ID</a:t>
            </a:r>
            <a:endParaRPr lang="en-US" sz="727" dirty="0"/>
          </a:p>
        </p:txBody>
      </p:sp>
      <p:sp>
        <p:nvSpPr>
          <p:cNvPr id="35" name="Text 27"/>
          <p:cNvSpPr/>
          <p:nvPr/>
        </p:nvSpPr>
        <p:spPr>
          <a:xfrm>
            <a:off x="8379619" y="2144911"/>
            <a:ext cx="2286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1001</a:t>
            </a:r>
            <a:endParaRPr lang="en-US" sz="683" dirty="0"/>
          </a:p>
        </p:txBody>
      </p:sp>
      <p:sp>
        <p:nvSpPr>
          <p:cNvPr id="36" name="Text 28"/>
          <p:cNvSpPr/>
          <p:nvPr/>
        </p:nvSpPr>
        <p:spPr>
          <a:xfrm>
            <a:off x="6322219" y="2355652"/>
            <a:ext cx="28396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727" dirty="0"/>
          </a:p>
        </p:txBody>
      </p:sp>
      <p:sp>
        <p:nvSpPr>
          <p:cNvPr id="37" name="Text 29"/>
          <p:cNvSpPr/>
          <p:nvPr/>
        </p:nvSpPr>
        <p:spPr>
          <a:xfrm>
            <a:off x="8183166" y="2355652"/>
            <a:ext cx="4250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PENDING</a:t>
            </a:r>
            <a:endParaRPr lang="en-US" sz="683" dirty="0"/>
          </a:p>
        </p:txBody>
      </p:sp>
      <p:sp>
        <p:nvSpPr>
          <p:cNvPr id="38" name="Text 30"/>
          <p:cNvSpPr/>
          <p:nvPr/>
        </p:nvSpPr>
        <p:spPr>
          <a:xfrm>
            <a:off x="6322219" y="2566392"/>
            <a:ext cx="49827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Sub_Status</a:t>
            </a:r>
            <a:endParaRPr lang="en-US" sz="727" dirty="0"/>
          </a:p>
        </p:txBody>
      </p:sp>
      <p:sp>
        <p:nvSpPr>
          <p:cNvPr id="39" name="Text 31"/>
          <p:cNvSpPr/>
          <p:nvPr/>
        </p:nvSpPr>
        <p:spPr>
          <a:xfrm>
            <a:off x="8006358" y="2566392"/>
            <a:ext cx="60186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WAIT_ENTRY</a:t>
            </a:r>
            <a:endParaRPr lang="en-US" sz="683" dirty="0"/>
          </a:p>
        </p:txBody>
      </p:sp>
      <p:sp>
        <p:nvSpPr>
          <p:cNvPr id="40" name="Shape 32"/>
          <p:cNvSpPr/>
          <p:nvPr/>
        </p:nvSpPr>
        <p:spPr>
          <a:xfrm>
            <a:off x="6322219" y="2777133"/>
            <a:ext cx="2286000" cy="20359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1" name="Shape 33"/>
          <p:cNvSpPr/>
          <p:nvPr/>
        </p:nvSpPr>
        <p:spPr>
          <a:xfrm>
            <a:off x="6322219" y="2973586"/>
            <a:ext cx="228600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2" name="Text 34"/>
          <p:cNvSpPr/>
          <p:nvPr/>
        </p:nvSpPr>
        <p:spPr>
          <a:xfrm>
            <a:off x="6357938" y="2812852"/>
            <a:ext cx="78938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Tran_ent_date</a:t>
            </a:r>
            <a:endParaRPr lang="en-US" sz="683" dirty="0"/>
          </a:p>
        </p:txBody>
      </p:sp>
      <p:sp>
        <p:nvSpPr>
          <p:cNvPr id="43" name="Text 35"/>
          <p:cNvSpPr/>
          <p:nvPr/>
        </p:nvSpPr>
        <p:spPr>
          <a:xfrm>
            <a:off x="7843838" y="2812852"/>
            <a:ext cx="72866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10:14:55.000</a:t>
            </a:r>
            <a:endParaRPr lang="en-US" sz="683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4844" y="3366492"/>
            <a:ext cx="214313" cy="28575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2786063" y="4043363"/>
            <a:ext cx="3571875" cy="701873"/>
          </a:xfrm>
          <a:prstGeom prst="rect">
            <a:avLst/>
          </a:prstGeom>
          <a:solidFill>
            <a:srgbClr val="E8F5E9"/>
          </a:solidFill>
          <a:ln w="18288">
            <a:solidFill>
              <a:srgbClr val="2E7D32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3887093" y="3936206"/>
            <a:ext cx="1369814" cy="189309"/>
          </a:xfrm>
          <a:prstGeom prst="roundRect">
            <a:avLst/>
          </a:prstGeom>
          <a:solidFill>
            <a:srgbClr val="2E7D32"/>
          </a:solidFill>
          <a:ln/>
        </p:spPr>
      </p:sp>
      <p:sp>
        <p:nvSpPr>
          <p:cNvPr id="47" name="Text 38"/>
          <p:cNvSpPr/>
          <p:nvPr/>
        </p:nvSpPr>
        <p:spPr>
          <a:xfrm>
            <a:off x="3887093" y="3936206"/>
            <a:ext cx="1369814" cy="189309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UNIFIED RECORD</a:t>
            </a:r>
            <a:endParaRPr lang="en-US" sz="683" dirty="0"/>
          </a:p>
        </p:txBody>
      </p:sp>
      <p:sp>
        <p:nvSpPr>
          <p:cNvPr id="48" name="Text 39"/>
          <p:cNvSpPr/>
          <p:nvPr/>
        </p:nvSpPr>
        <p:spPr>
          <a:xfrm>
            <a:off x="2969289" y="4257675"/>
            <a:ext cx="884039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621" dirty="0"/>
          </a:p>
        </p:txBody>
      </p:sp>
      <p:sp>
        <p:nvSpPr>
          <p:cNvPr id="49" name="Text 40"/>
          <p:cNvSpPr/>
          <p:nvPr/>
        </p:nvSpPr>
        <p:spPr>
          <a:xfrm>
            <a:off x="2969289" y="4359473"/>
            <a:ext cx="8840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</a:t>
            </a:r>
            <a:endParaRPr lang="en-US" sz="1193" dirty="0"/>
          </a:p>
        </p:txBody>
      </p:sp>
      <p:sp>
        <p:nvSpPr>
          <p:cNvPr id="50" name="Text 41"/>
          <p:cNvSpPr/>
          <p:nvPr/>
        </p:nvSpPr>
        <p:spPr>
          <a:xfrm>
            <a:off x="4021875" y="4257675"/>
            <a:ext cx="1169789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Sub_Status</a:t>
            </a:r>
            <a:endParaRPr lang="en-US" sz="621" dirty="0"/>
          </a:p>
        </p:txBody>
      </p:sp>
      <p:sp>
        <p:nvSpPr>
          <p:cNvPr id="51" name="Text 42"/>
          <p:cNvSpPr/>
          <p:nvPr/>
        </p:nvSpPr>
        <p:spPr>
          <a:xfrm>
            <a:off x="4021875" y="4359473"/>
            <a:ext cx="11697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FINAL_REVIEW</a:t>
            </a:r>
            <a:endParaRPr lang="en-US" sz="1193" dirty="0"/>
          </a:p>
        </p:txBody>
      </p:sp>
      <p:sp>
        <p:nvSpPr>
          <p:cNvPr id="52" name="Text 43"/>
          <p:cNvSpPr/>
          <p:nvPr/>
        </p:nvSpPr>
        <p:spPr>
          <a:xfrm>
            <a:off x="5360212" y="4286250"/>
            <a:ext cx="81438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Timestamp</a:t>
            </a:r>
            <a:endParaRPr lang="en-US" sz="621" dirty="0"/>
          </a:p>
        </p:txBody>
      </p:sp>
      <p:sp>
        <p:nvSpPr>
          <p:cNvPr id="53" name="Text 44"/>
          <p:cNvSpPr/>
          <p:nvPr/>
        </p:nvSpPr>
        <p:spPr>
          <a:xfrm>
            <a:off x="5360212" y="4388048"/>
            <a:ext cx="814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10:15:00.500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2026-02-26T12:24:04Z</dcterms:created>
  <dcterms:modified xsi:type="dcterms:W3CDTF">2026-02-26T12:24:04Z</dcterms:modified>
</cp:coreProperties>
</file>